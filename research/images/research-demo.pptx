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300" r:id="rId2"/>
  </p:sldIdLst>
  <p:sldSz cx="8640763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3F15E4C-D8F7-4297-AAC9-047F51CDCBFC}">
          <p14:sldIdLst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DE7A4"/>
    <a:srgbClr val="80E089"/>
    <a:srgbClr val="EAC8E8"/>
    <a:srgbClr val="D8ACD3"/>
    <a:srgbClr val="E6BCE3"/>
    <a:srgbClr val="D1B3CD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E82BE6-B0A4-438C-816C-EFEFEA1853FF}" v="6" dt="2026-09-20T16:08:54.1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26" autoAdjust="0"/>
    <p:restoredTop sz="94660"/>
  </p:normalViewPr>
  <p:slideViewPr>
    <p:cSldViewPr snapToGrid="0">
      <p:cViewPr>
        <p:scale>
          <a:sx n="150" d="100"/>
          <a:sy n="150" d="100"/>
        </p:scale>
        <p:origin x="828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ng, Junqing" userId="99a24190-46d3-4d33-b872-aeb3e8d5f254" providerId="ADAL" clId="{561A54CA-1741-40BB-9EF9-7B89AF80BB4A}"/>
    <pc:docChg chg="custSel delSld modSld modSection">
      <pc:chgData name="Zhang, Junqing" userId="99a24190-46d3-4d33-b872-aeb3e8d5f254" providerId="ADAL" clId="{561A54CA-1741-40BB-9EF9-7B89AF80BB4A}" dt="2026-09-20T16:08:57.388" v="9" actId="1076"/>
      <pc:docMkLst>
        <pc:docMk/>
      </pc:docMkLst>
      <pc:sldChg chg="del">
        <pc:chgData name="Zhang, Junqing" userId="99a24190-46d3-4d33-b872-aeb3e8d5f254" providerId="ADAL" clId="{561A54CA-1741-40BB-9EF9-7B89AF80BB4A}" dt="2026-09-20T16:08:01.266" v="0" actId="2696"/>
        <pc:sldMkLst>
          <pc:docMk/>
          <pc:sldMk cId="1676401701" sldId="275"/>
        </pc:sldMkLst>
      </pc:sldChg>
      <pc:sldChg chg="del">
        <pc:chgData name="Zhang, Junqing" userId="99a24190-46d3-4d33-b872-aeb3e8d5f254" providerId="ADAL" clId="{561A54CA-1741-40BB-9EF9-7B89AF80BB4A}" dt="2026-09-20T16:08:01.266" v="0" actId="2696"/>
        <pc:sldMkLst>
          <pc:docMk/>
          <pc:sldMk cId="3966410954" sldId="295"/>
        </pc:sldMkLst>
      </pc:sldChg>
      <pc:sldChg chg="addSp delSp modSp mod">
        <pc:chgData name="Zhang, Junqing" userId="99a24190-46d3-4d33-b872-aeb3e8d5f254" providerId="ADAL" clId="{561A54CA-1741-40BB-9EF9-7B89AF80BB4A}" dt="2026-09-20T16:08:57.388" v="9" actId="1076"/>
        <pc:sldMkLst>
          <pc:docMk/>
          <pc:sldMk cId="2598885502" sldId="300"/>
        </pc:sldMkLst>
        <pc:spChg chg="del">
          <ac:chgData name="Zhang, Junqing" userId="99a24190-46d3-4d33-b872-aeb3e8d5f254" providerId="ADAL" clId="{561A54CA-1741-40BB-9EF9-7B89AF80BB4A}" dt="2026-09-20T16:08:15.369" v="1" actId="21"/>
          <ac:spMkLst>
            <pc:docMk/>
            <pc:sldMk cId="2598885502" sldId="300"/>
            <ac:spMk id="2" creationId="{7AA17863-2032-9C06-BE21-566F5D6EAE3A}"/>
          </ac:spMkLst>
        </pc:spChg>
        <pc:spChg chg="del">
          <ac:chgData name="Zhang, Junqing" userId="99a24190-46d3-4d33-b872-aeb3e8d5f254" providerId="ADAL" clId="{561A54CA-1741-40BB-9EF9-7B89AF80BB4A}" dt="2026-09-20T16:08:15.369" v="1" actId="21"/>
          <ac:spMkLst>
            <pc:docMk/>
            <pc:sldMk cId="2598885502" sldId="300"/>
            <ac:spMk id="14" creationId="{AAB2EE16-42B5-C17F-D8AE-3028B8BFC479}"/>
          </ac:spMkLst>
        </pc:spChg>
        <pc:spChg chg="del">
          <ac:chgData name="Zhang, Junqing" userId="99a24190-46d3-4d33-b872-aeb3e8d5f254" providerId="ADAL" clId="{561A54CA-1741-40BB-9EF9-7B89AF80BB4A}" dt="2026-09-20T16:08:15.369" v="1" actId="21"/>
          <ac:spMkLst>
            <pc:docMk/>
            <pc:sldMk cId="2598885502" sldId="300"/>
            <ac:spMk id="15" creationId="{E311DCC1-DBCC-04E0-D390-BA48D490AE56}"/>
          </ac:spMkLst>
        </pc:spChg>
        <pc:spChg chg="del">
          <ac:chgData name="Zhang, Junqing" userId="99a24190-46d3-4d33-b872-aeb3e8d5f254" providerId="ADAL" clId="{561A54CA-1741-40BB-9EF9-7B89AF80BB4A}" dt="2026-09-20T16:08:15.369" v="1" actId="21"/>
          <ac:spMkLst>
            <pc:docMk/>
            <pc:sldMk cId="2598885502" sldId="300"/>
            <ac:spMk id="16" creationId="{A39F2A77-E76E-4873-57CE-939B08A3E87C}"/>
          </ac:spMkLst>
        </pc:spChg>
        <pc:spChg chg="mod">
          <ac:chgData name="Zhang, Junqing" userId="99a24190-46d3-4d33-b872-aeb3e8d5f254" providerId="ADAL" clId="{561A54CA-1741-40BB-9EF9-7B89AF80BB4A}" dt="2026-09-20T16:08:26.635" v="2"/>
          <ac:spMkLst>
            <pc:docMk/>
            <pc:sldMk cId="2598885502" sldId="300"/>
            <ac:spMk id="21" creationId="{E3DAB7C2-7D08-94B7-BC87-51BD7CC856C3}"/>
          </ac:spMkLst>
        </pc:spChg>
        <pc:spChg chg="mod">
          <ac:chgData name="Zhang, Junqing" userId="99a24190-46d3-4d33-b872-aeb3e8d5f254" providerId="ADAL" clId="{561A54CA-1741-40BB-9EF9-7B89AF80BB4A}" dt="2026-09-20T16:08:26.635" v="2"/>
          <ac:spMkLst>
            <pc:docMk/>
            <pc:sldMk cId="2598885502" sldId="300"/>
            <ac:spMk id="23" creationId="{6EA077BB-3603-2C77-7A53-4D3076DD7BAC}"/>
          </ac:spMkLst>
        </pc:spChg>
        <pc:spChg chg="mod">
          <ac:chgData name="Zhang, Junqing" userId="99a24190-46d3-4d33-b872-aeb3e8d5f254" providerId="ADAL" clId="{561A54CA-1741-40BB-9EF9-7B89AF80BB4A}" dt="2026-09-20T16:08:26.635" v="2"/>
          <ac:spMkLst>
            <pc:docMk/>
            <pc:sldMk cId="2598885502" sldId="300"/>
            <ac:spMk id="26" creationId="{3C9488EF-52E7-EFE1-11F7-24BBD474124E}"/>
          </ac:spMkLst>
        </pc:spChg>
        <pc:spChg chg="del">
          <ac:chgData name="Zhang, Junqing" userId="99a24190-46d3-4d33-b872-aeb3e8d5f254" providerId="ADAL" clId="{561A54CA-1741-40BB-9EF9-7B89AF80BB4A}" dt="2026-09-20T16:08:15.369" v="1" actId="21"/>
          <ac:spMkLst>
            <pc:docMk/>
            <pc:sldMk cId="2598885502" sldId="300"/>
            <ac:spMk id="32" creationId="{3093142B-B57D-C257-F1DE-E00E0B444E1B}"/>
          </ac:spMkLst>
        </pc:spChg>
        <pc:spChg chg="mod">
          <ac:chgData name="Zhang, Junqing" userId="99a24190-46d3-4d33-b872-aeb3e8d5f254" providerId="ADAL" clId="{561A54CA-1741-40BB-9EF9-7B89AF80BB4A}" dt="2026-09-20T16:08:26.635" v="2"/>
          <ac:spMkLst>
            <pc:docMk/>
            <pc:sldMk cId="2598885502" sldId="300"/>
            <ac:spMk id="33" creationId="{DF21E986-8C5B-05F1-77B9-9630C623A0B2}"/>
          </ac:spMkLst>
        </pc:spChg>
        <pc:spChg chg="del">
          <ac:chgData name="Zhang, Junqing" userId="99a24190-46d3-4d33-b872-aeb3e8d5f254" providerId="ADAL" clId="{561A54CA-1741-40BB-9EF9-7B89AF80BB4A}" dt="2026-09-20T16:08:15.369" v="1" actId="21"/>
          <ac:spMkLst>
            <pc:docMk/>
            <pc:sldMk cId="2598885502" sldId="300"/>
            <ac:spMk id="34" creationId="{6B351C3F-763B-98E8-3A63-7CD6EC4239A1}"/>
          </ac:spMkLst>
        </pc:spChg>
        <pc:spChg chg="del">
          <ac:chgData name="Zhang, Junqing" userId="99a24190-46d3-4d33-b872-aeb3e8d5f254" providerId="ADAL" clId="{561A54CA-1741-40BB-9EF9-7B89AF80BB4A}" dt="2026-09-20T16:08:15.369" v="1" actId="21"/>
          <ac:spMkLst>
            <pc:docMk/>
            <pc:sldMk cId="2598885502" sldId="300"/>
            <ac:spMk id="35" creationId="{3290921B-9858-1DE9-CD08-21D1B1CDC00F}"/>
          </ac:spMkLst>
        </pc:spChg>
        <pc:spChg chg="del mod">
          <ac:chgData name="Zhang, Junqing" userId="99a24190-46d3-4d33-b872-aeb3e8d5f254" providerId="ADAL" clId="{561A54CA-1741-40BB-9EF9-7B89AF80BB4A}" dt="2026-09-20T16:08:30.896" v="4" actId="21"/>
          <ac:spMkLst>
            <pc:docMk/>
            <pc:sldMk cId="2598885502" sldId="300"/>
            <ac:spMk id="36" creationId="{AAB2EE16-42B5-C17F-D8AE-3028B8BFC479}"/>
          </ac:spMkLst>
        </pc:spChg>
        <pc:spChg chg="add del mod">
          <ac:chgData name="Zhang, Junqing" userId="99a24190-46d3-4d33-b872-aeb3e8d5f254" providerId="ADAL" clId="{561A54CA-1741-40BB-9EF9-7B89AF80BB4A}" dt="2026-09-20T16:08:30.896" v="4" actId="21"/>
          <ac:spMkLst>
            <pc:docMk/>
            <pc:sldMk cId="2598885502" sldId="300"/>
            <ac:spMk id="37" creationId="{E311DCC1-DBCC-04E0-D390-BA48D490AE56}"/>
          </ac:spMkLst>
        </pc:spChg>
        <pc:spChg chg="del mod">
          <ac:chgData name="Zhang, Junqing" userId="99a24190-46d3-4d33-b872-aeb3e8d5f254" providerId="ADAL" clId="{561A54CA-1741-40BB-9EF9-7B89AF80BB4A}" dt="2026-09-20T16:08:30.896" v="4" actId="21"/>
          <ac:spMkLst>
            <pc:docMk/>
            <pc:sldMk cId="2598885502" sldId="300"/>
            <ac:spMk id="38" creationId="{A39F2A77-E76E-4873-57CE-939B08A3E87C}"/>
          </ac:spMkLst>
        </pc:spChg>
        <pc:spChg chg="del mod">
          <ac:chgData name="Zhang, Junqing" userId="99a24190-46d3-4d33-b872-aeb3e8d5f254" providerId="ADAL" clId="{561A54CA-1741-40BB-9EF9-7B89AF80BB4A}" dt="2026-09-20T16:08:30.896" v="4" actId="21"/>
          <ac:spMkLst>
            <pc:docMk/>
            <pc:sldMk cId="2598885502" sldId="300"/>
            <ac:spMk id="42" creationId="{2AC88B1C-9AC2-150A-1692-01E296C3FA66}"/>
          </ac:spMkLst>
        </pc:spChg>
        <pc:spChg chg="add del mod">
          <ac:chgData name="Zhang, Junqing" userId="99a24190-46d3-4d33-b872-aeb3e8d5f254" providerId="ADAL" clId="{561A54CA-1741-40BB-9EF9-7B89AF80BB4A}" dt="2026-09-20T16:08:30.896" v="4" actId="21"/>
          <ac:spMkLst>
            <pc:docMk/>
            <pc:sldMk cId="2598885502" sldId="300"/>
            <ac:spMk id="44" creationId="{3093142B-B57D-C257-F1DE-E00E0B444E1B}"/>
          </ac:spMkLst>
        </pc:spChg>
        <pc:spChg chg="del mod">
          <ac:chgData name="Zhang, Junqing" userId="99a24190-46d3-4d33-b872-aeb3e8d5f254" providerId="ADAL" clId="{561A54CA-1741-40BB-9EF9-7B89AF80BB4A}" dt="2026-09-20T16:08:30.896" v="4" actId="21"/>
          <ac:spMkLst>
            <pc:docMk/>
            <pc:sldMk cId="2598885502" sldId="300"/>
            <ac:spMk id="46" creationId="{6B351C3F-763B-98E8-3A63-7CD6EC4239A1}"/>
          </ac:spMkLst>
        </pc:spChg>
        <pc:spChg chg="add del mod">
          <ac:chgData name="Zhang, Junqing" userId="99a24190-46d3-4d33-b872-aeb3e8d5f254" providerId="ADAL" clId="{561A54CA-1741-40BB-9EF9-7B89AF80BB4A}" dt="2026-09-20T16:08:30.896" v="4" actId="21"/>
          <ac:spMkLst>
            <pc:docMk/>
            <pc:sldMk cId="2598885502" sldId="300"/>
            <ac:spMk id="47" creationId="{3290921B-9858-1DE9-CD08-21D1B1CDC00F}"/>
          </ac:spMkLst>
        </pc:spChg>
        <pc:spChg chg="add del mod">
          <ac:chgData name="Zhang, Junqing" userId="99a24190-46d3-4d33-b872-aeb3e8d5f254" providerId="ADAL" clId="{561A54CA-1741-40BB-9EF9-7B89AF80BB4A}" dt="2026-09-20T16:08:30.896" v="4" actId="21"/>
          <ac:spMkLst>
            <pc:docMk/>
            <pc:sldMk cId="2598885502" sldId="300"/>
            <ac:spMk id="52" creationId="{DD3AF5F2-30A1-716E-922D-954D1C86B753}"/>
          </ac:spMkLst>
        </pc:spChg>
        <pc:spChg chg="add del mod">
          <ac:chgData name="Zhang, Junqing" userId="99a24190-46d3-4d33-b872-aeb3e8d5f254" providerId="ADAL" clId="{561A54CA-1741-40BB-9EF9-7B89AF80BB4A}" dt="2026-09-20T16:08:30.896" v="4" actId="21"/>
          <ac:spMkLst>
            <pc:docMk/>
            <pc:sldMk cId="2598885502" sldId="300"/>
            <ac:spMk id="53" creationId="{FADDCDAC-E591-2858-251C-C682276417A3}"/>
          </ac:spMkLst>
        </pc:spChg>
        <pc:spChg chg="del">
          <ac:chgData name="Zhang, Junqing" userId="99a24190-46d3-4d33-b872-aeb3e8d5f254" providerId="ADAL" clId="{561A54CA-1741-40BB-9EF9-7B89AF80BB4A}" dt="2026-09-20T16:08:15.369" v="1" actId="21"/>
          <ac:spMkLst>
            <pc:docMk/>
            <pc:sldMk cId="2598885502" sldId="300"/>
            <ac:spMk id="58" creationId="{C5D1C821-3EED-77A2-F649-AC644867A9FB}"/>
          </ac:spMkLst>
        </pc:spChg>
        <pc:spChg chg="del">
          <ac:chgData name="Zhang, Junqing" userId="99a24190-46d3-4d33-b872-aeb3e8d5f254" providerId="ADAL" clId="{561A54CA-1741-40BB-9EF9-7B89AF80BB4A}" dt="2026-09-20T16:08:15.369" v="1" actId="21"/>
          <ac:spMkLst>
            <pc:docMk/>
            <pc:sldMk cId="2598885502" sldId="300"/>
            <ac:spMk id="59" creationId="{DD3AF5F2-30A1-716E-922D-954D1C86B753}"/>
          </ac:spMkLst>
        </pc:spChg>
        <pc:spChg chg="del">
          <ac:chgData name="Zhang, Junqing" userId="99a24190-46d3-4d33-b872-aeb3e8d5f254" providerId="ADAL" clId="{561A54CA-1741-40BB-9EF9-7B89AF80BB4A}" dt="2026-09-20T16:08:15.369" v="1" actId="21"/>
          <ac:spMkLst>
            <pc:docMk/>
            <pc:sldMk cId="2598885502" sldId="300"/>
            <ac:spMk id="61" creationId="{FADDCDAC-E591-2858-251C-C682276417A3}"/>
          </ac:spMkLst>
        </pc:spChg>
        <pc:spChg chg="add del mod">
          <ac:chgData name="Zhang, Junqing" userId="99a24190-46d3-4d33-b872-aeb3e8d5f254" providerId="ADAL" clId="{561A54CA-1741-40BB-9EF9-7B89AF80BB4A}" dt="2026-09-20T16:08:30.896" v="4" actId="21"/>
          <ac:spMkLst>
            <pc:docMk/>
            <pc:sldMk cId="2598885502" sldId="300"/>
            <ac:spMk id="63" creationId="{7AA17863-2032-9C06-BE21-566F5D6EAE3A}"/>
          </ac:spMkLst>
        </pc:spChg>
        <pc:spChg chg="mod">
          <ac:chgData name="Zhang, Junqing" userId="99a24190-46d3-4d33-b872-aeb3e8d5f254" providerId="ADAL" clId="{561A54CA-1741-40BB-9EF9-7B89AF80BB4A}" dt="2026-09-20T16:08:41.301" v="5"/>
          <ac:spMkLst>
            <pc:docMk/>
            <pc:sldMk cId="2598885502" sldId="300"/>
            <ac:spMk id="69" creationId="{E3DAB7C2-7D08-94B7-BC87-51BD7CC856C3}"/>
          </ac:spMkLst>
        </pc:spChg>
        <pc:spChg chg="mod">
          <ac:chgData name="Zhang, Junqing" userId="99a24190-46d3-4d33-b872-aeb3e8d5f254" providerId="ADAL" clId="{561A54CA-1741-40BB-9EF9-7B89AF80BB4A}" dt="2026-09-20T16:08:41.301" v="5"/>
          <ac:spMkLst>
            <pc:docMk/>
            <pc:sldMk cId="2598885502" sldId="300"/>
            <ac:spMk id="72" creationId="{5AAAE56C-3530-2566-B398-AE49D7A685E5}"/>
          </ac:spMkLst>
        </pc:spChg>
        <pc:spChg chg="mod">
          <ac:chgData name="Zhang, Junqing" userId="99a24190-46d3-4d33-b872-aeb3e8d5f254" providerId="ADAL" clId="{561A54CA-1741-40BB-9EF9-7B89AF80BB4A}" dt="2026-09-20T16:08:41.301" v="5"/>
          <ac:spMkLst>
            <pc:docMk/>
            <pc:sldMk cId="2598885502" sldId="300"/>
            <ac:spMk id="73" creationId="{3C9488EF-52E7-EFE1-11F7-24BBD474124E}"/>
          </ac:spMkLst>
        </pc:spChg>
        <pc:spChg chg="mod">
          <ac:chgData name="Zhang, Junqing" userId="99a24190-46d3-4d33-b872-aeb3e8d5f254" providerId="ADAL" clId="{561A54CA-1741-40BB-9EF9-7B89AF80BB4A}" dt="2026-09-20T16:08:41.301" v="5"/>
          <ac:spMkLst>
            <pc:docMk/>
            <pc:sldMk cId="2598885502" sldId="300"/>
            <ac:spMk id="75" creationId="{DF21E986-8C5B-05F1-77B9-9630C623A0B2}"/>
          </ac:spMkLst>
        </pc:spChg>
        <pc:spChg chg="add del mod">
          <ac:chgData name="Zhang, Junqing" userId="99a24190-46d3-4d33-b872-aeb3e8d5f254" providerId="ADAL" clId="{561A54CA-1741-40BB-9EF9-7B89AF80BB4A}" dt="2026-09-20T16:08:44.806" v="7" actId="21"/>
          <ac:spMkLst>
            <pc:docMk/>
            <pc:sldMk cId="2598885502" sldId="300"/>
            <ac:spMk id="76" creationId="{AAB2EE16-42B5-C17F-D8AE-3028B8BFC479}"/>
          </ac:spMkLst>
        </pc:spChg>
        <pc:spChg chg="add del mod">
          <ac:chgData name="Zhang, Junqing" userId="99a24190-46d3-4d33-b872-aeb3e8d5f254" providerId="ADAL" clId="{561A54CA-1741-40BB-9EF9-7B89AF80BB4A}" dt="2026-09-20T16:08:44.806" v="7" actId="21"/>
          <ac:spMkLst>
            <pc:docMk/>
            <pc:sldMk cId="2598885502" sldId="300"/>
            <ac:spMk id="77" creationId="{E311DCC1-DBCC-04E0-D390-BA48D490AE56}"/>
          </ac:spMkLst>
        </pc:spChg>
        <pc:spChg chg="del mod">
          <ac:chgData name="Zhang, Junqing" userId="99a24190-46d3-4d33-b872-aeb3e8d5f254" providerId="ADAL" clId="{561A54CA-1741-40BB-9EF9-7B89AF80BB4A}" dt="2026-09-20T16:08:44.806" v="7" actId="21"/>
          <ac:spMkLst>
            <pc:docMk/>
            <pc:sldMk cId="2598885502" sldId="300"/>
            <ac:spMk id="78" creationId="{A39F2A77-E76E-4873-57CE-939B08A3E87C}"/>
          </ac:spMkLst>
        </pc:spChg>
        <pc:spChg chg="add del mod">
          <ac:chgData name="Zhang, Junqing" userId="99a24190-46d3-4d33-b872-aeb3e8d5f254" providerId="ADAL" clId="{561A54CA-1741-40BB-9EF9-7B89AF80BB4A}" dt="2026-09-20T16:08:44.806" v="7" actId="21"/>
          <ac:spMkLst>
            <pc:docMk/>
            <pc:sldMk cId="2598885502" sldId="300"/>
            <ac:spMk id="81" creationId="{2AC88B1C-9AC2-150A-1692-01E296C3FA66}"/>
          </ac:spMkLst>
        </pc:spChg>
        <pc:spChg chg="add del mod">
          <ac:chgData name="Zhang, Junqing" userId="99a24190-46d3-4d33-b872-aeb3e8d5f254" providerId="ADAL" clId="{561A54CA-1741-40BB-9EF9-7B89AF80BB4A}" dt="2026-09-20T16:08:44.806" v="7" actId="21"/>
          <ac:spMkLst>
            <pc:docMk/>
            <pc:sldMk cId="2598885502" sldId="300"/>
            <ac:spMk id="82" creationId="{3093142B-B57D-C257-F1DE-E00E0B444E1B}"/>
          </ac:spMkLst>
        </pc:spChg>
        <pc:spChg chg="del mod">
          <ac:chgData name="Zhang, Junqing" userId="99a24190-46d3-4d33-b872-aeb3e8d5f254" providerId="ADAL" clId="{561A54CA-1741-40BB-9EF9-7B89AF80BB4A}" dt="2026-09-20T16:08:44.806" v="7" actId="21"/>
          <ac:spMkLst>
            <pc:docMk/>
            <pc:sldMk cId="2598885502" sldId="300"/>
            <ac:spMk id="83" creationId="{6B351C3F-763B-98E8-3A63-7CD6EC4239A1}"/>
          </ac:spMkLst>
        </pc:spChg>
        <pc:spChg chg="add del mod">
          <ac:chgData name="Zhang, Junqing" userId="99a24190-46d3-4d33-b872-aeb3e8d5f254" providerId="ADAL" clId="{561A54CA-1741-40BB-9EF9-7B89AF80BB4A}" dt="2026-09-20T16:08:44.806" v="7" actId="21"/>
          <ac:spMkLst>
            <pc:docMk/>
            <pc:sldMk cId="2598885502" sldId="300"/>
            <ac:spMk id="84" creationId="{3290921B-9858-1DE9-CD08-21D1B1CDC00F}"/>
          </ac:spMkLst>
        </pc:spChg>
        <pc:spChg chg="add del mod">
          <ac:chgData name="Zhang, Junqing" userId="99a24190-46d3-4d33-b872-aeb3e8d5f254" providerId="ADAL" clId="{561A54CA-1741-40BB-9EF9-7B89AF80BB4A}" dt="2026-09-20T16:08:44.806" v="7" actId="21"/>
          <ac:spMkLst>
            <pc:docMk/>
            <pc:sldMk cId="2598885502" sldId="300"/>
            <ac:spMk id="88" creationId="{C5D1C821-3EED-77A2-F649-AC644867A9FB}"/>
          </ac:spMkLst>
        </pc:spChg>
        <pc:spChg chg="del mod">
          <ac:chgData name="Zhang, Junqing" userId="99a24190-46d3-4d33-b872-aeb3e8d5f254" providerId="ADAL" clId="{561A54CA-1741-40BB-9EF9-7B89AF80BB4A}" dt="2026-09-20T16:08:44.806" v="7" actId="21"/>
          <ac:spMkLst>
            <pc:docMk/>
            <pc:sldMk cId="2598885502" sldId="300"/>
            <ac:spMk id="89" creationId="{DD3AF5F2-30A1-716E-922D-954D1C86B753}"/>
          </ac:spMkLst>
        </pc:spChg>
        <pc:spChg chg="del mod">
          <ac:chgData name="Zhang, Junqing" userId="99a24190-46d3-4d33-b872-aeb3e8d5f254" providerId="ADAL" clId="{561A54CA-1741-40BB-9EF9-7B89AF80BB4A}" dt="2026-09-20T16:08:44.806" v="7" actId="21"/>
          <ac:spMkLst>
            <pc:docMk/>
            <pc:sldMk cId="2598885502" sldId="300"/>
            <ac:spMk id="90" creationId="{FADDCDAC-E591-2858-251C-C682276417A3}"/>
          </ac:spMkLst>
        </pc:spChg>
        <pc:spChg chg="mod">
          <ac:chgData name="Zhang, Junqing" userId="99a24190-46d3-4d33-b872-aeb3e8d5f254" providerId="ADAL" clId="{561A54CA-1741-40BB-9EF9-7B89AF80BB4A}" dt="2026-09-20T16:08:54.191" v="8"/>
          <ac:spMkLst>
            <pc:docMk/>
            <pc:sldMk cId="2598885502" sldId="300"/>
            <ac:spMk id="100" creationId="{E3DAB7C2-7D08-94B7-BC87-51BD7CC856C3}"/>
          </ac:spMkLst>
        </pc:spChg>
        <pc:spChg chg="mod">
          <ac:chgData name="Zhang, Junqing" userId="99a24190-46d3-4d33-b872-aeb3e8d5f254" providerId="ADAL" clId="{561A54CA-1741-40BB-9EF9-7B89AF80BB4A}" dt="2026-09-20T16:08:54.191" v="8"/>
          <ac:spMkLst>
            <pc:docMk/>
            <pc:sldMk cId="2598885502" sldId="300"/>
            <ac:spMk id="103" creationId="{5AAAE56C-3530-2566-B398-AE49D7A685E5}"/>
          </ac:spMkLst>
        </pc:spChg>
        <pc:spChg chg="mod">
          <ac:chgData name="Zhang, Junqing" userId="99a24190-46d3-4d33-b872-aeb3e8d5f254" providerId="ADAL" clId="{561A54CA-1741-40BB-9EF9-7B89AF80BB4A}" dt="2026-09-20T16:08:54.191" v="8"/>
          <ac:spMkLst>
            <pc:docMk/>
            <pc:sldMk cId="2598885502" sldId="300"/>
            <ac:spMk id="104" creationId="{3C9488EF-52E7-EFE1-11F7-24BBD474124E}"/>
          </ac:spMkLst>
        </pc:spChg>
        <pc:spChg chg="add mod">
          <ac:chgData name="Zhang, Junqing" userId="99a24190-46d3-4d33-b872-aeb3e8d5f254" providerId="ADAL" clId="{561A54CA-1741-40BB-9EF9-7B89AF80BB4A}" dt="2026-09-20T16:08:57.388" v="9" actId="1076"/>
          <ac:spMkLst>
            <pc:docMk/>
            <pc:sldMk cId="2598885502" sldId="300"/>
            <ac:spMk id="107" creationId="{AAB2EE16-42B5-C17F-D8AE-3028B8BFC479}"/>
          </ac:spMkLst>
        </pc:spChg>
        <pc:spChg chg="add mod">
          <ac:chgData name="Zhang, Junqing" userId="99a24190-46d3-4d33-b872-aeb3e8d5f254" providerId="ADAL" clId="{561A54CA-1741-40BB-9EF9-7B89AF80BB4A}" dt="2026-09-20T16:08:57.388" v="9" actId="1076"/>
          <ac:spMkLst>
            <pc:docMk/>
            <pc:sldMk cId="2598885502" sldId="300"/>
            <ac:spMk id="109" creationId="{A39F2A77-E76E-4873-57CE-939B08A3E87C}"/>
          </ac:spMkLst>
        </pc:spChg>
        <pc:spChg chg="add mod">
          <ac:chgData name="Zhang, Junqing" userId="99a24190-46d3-4d33-b872-aeb3e8d5f254" providerId="ADAL" clId="{561A54CA-1741-40BB-9EF9-7B89AF80BB4A}" dt="2026-09-20T16:08:57.388" v="9" actId="1076"/>
          <ac:spMkLst>
            <pc:docMk/>
            <pc:sldMk cId="2598885502" sldId="300"/>
            <ac:spMk id="112" creationId="{2AC88B1C-9AC2-150A-1692-01E296C3FA66}"/>
          </ac:spMkLst>
        </pc:spChg>
        <pc:spChg chg="add mod">
          <ac:chgData name="Zhang, Junqing" userId="99a24190-46d3-4d33-b872-aeb3e8d5f254" providerId="ADAL" clId="{561A54CA-1741-40BB-9EF9-7B89AF80BB4A}" dt="2026-09-20T16:08:57.388" v="9" actId="1076"/>
          <ac:spMkLst>
            <pc:docMk/>
            <pc:sldMk cId="2598885502" sldId="300"/>
            <ac:spMk id="113" creationId="{3093142B-B57D-C257-F1DE-E00E0B444E1B}"/>
          </ac:spMkLst>
        </pc:spChg>
        <pc:spChg chg="mod">
          <ac:chgData name="Zhang, Junqing" userId="99a24190-46d3-4d33-b872-aeb3e8d5f254" providerId="ADAL" clId="{561A54CA-1741-40BB-9EF9-7B89AF80BB4A}" dt="2026-09-20T16:08:57.388" v="9" actId="1076"/>
          <ac:spMkLst>
            <pc:docMk/>
            <pc:sldMk cId="2598885502" sldId="300"/>
            <ac:spMk id="114" creationId="{6B351C3F-763B-98E8-3A63-7CD6EC4239A1}"/>
          </ac:spMkLst>
        </pc:spChg>
        <pc:spChg chg="mod">
          <ac:chgData name="Zhang, Junqing" userId="99a24190-46d3-4d33-b872-aeb3e8d5f254" providerId="ADAL" clId="{561A54CA-1741-40BB-9EF9-7B89AF80BB4A}" dt="2026-09-20T16:08:57.388" v="9" actId="1076"/>
          <ac:spMkLst>
            <pc:docMk/>
            <pc:sldMk cId="2598885502" sldId="300"/>
            <ac:spMk id="115" creationId="{3290921B-9858-1DE9-CD08-21D1B1CDC00F}"/>
          </ac:spMkLst>
        </pc:spChg>
        <pc:spChg chg="add mod">
          <ac:chgData name="Zhang, Junqing" userId="99a24190-46d3-4d33-b872-aeb3e8d5f254" providerId="ADAL" clId="{561A54CA-1741-40BB-9EF9-7B89AF80BB4A}" dt="2026-09-20T16:08:57.388" v="9" actId="1076"/>
          <ac:spMkLst>
            <pc:docMk/>
            <pc:sldMk cId="2598885502" sldId="300"/>
            <ac:spMk id="119" creationId="{C5D1C821-3EED-77A2-F649-AC644867A9FB}"/>
          </ac:spMkLst>
        </pc:spChg>
        <pc:spChg chg="mod">
          <ac:chgData name="Zhang, Junqing" userId="99a24190-46d3-4d33-b872-aeb3e8d5f254" providerId="ADAL" clId="{561A54CA-1741-40BB-9EF9-7B89AF80BB4A}" dt="2026-09-20T16:08:57.388" v="9" actId="1076"/>
          <ac:spMkLst>
            <pc:docMk/>
            <pc:sldMk cId="2598885502" sldId="300"/>
            <ac:spMk id="120" creationId="{DD3AF5F2-30A1-716E-922D-954D1C86B753}"/>
          </ac:spMkLst>
        </pc:spChg>
        <pc:spChg chg="add mod">
          <ac:chgData name="Zhang, Junqing" userId="99a24190-46d3-4d33-b872-aeb3e8d5f254" providerId="ADAL" clId="{561A54CA-1741-40BB-9EF9-7B89AF80BB4A}" dt="2026-09-20T16:08:57.388" v="9" actId="1076"/>
          <ac:spMkLst>
            <pc:docMk/>
            <pc:sldMk cId="2598885502" sldId="300"/>
            <ac:spMk id="121" creationId="{FADDCDAC-E591-2858-251C-C682276417A3}"/>
          </ac:spMkLst>
        </pc:spChg>
        <pc:spChg chg="add mod">
          <ac:chgData name="Zhang, Junqing" userId="99a24190-46d3-4d33-b872-aeb3e8d5f254" providerId="ADAL" clId="{561A54CA-1741-40BB-9EF9-7B89AF80BB4A}" dt="2026-09-20T16:08:57.388" v="9" actId="1076"/>
          <ac:spMkLst>
            <pc:docMk/>
            <pc:sldMk cId="2598885502" sldId="300"/>
            <ac:spMk id="125" creationId="{7AA17863-2032-9C06-BE21-566F5D6EAE3A}"/>
          </ac:spMkLst>
        </pc:spChg>
      </pc:sldChg>
      <pc:sldChg chg="del">
        <pc:chgData name="Zhang, Junqing" userId="99a24190-46d3-4d33-b872-aeb3e8d5f254" providerId="ADAL" clId="{561A54CA-1741-40BB-9EF9-7B89AF80BB4A}" dt="2026-09-20T16:08:01.266" v="0" actId="2696"/>
        <pc:sldMkLst>
          <pc:docMk/>
          <pc:sldMk cId="3163997065" sldId="302"/>
        </pc:sldMkLst>
      </pc:sldChg>
      <pc:sldChg chg="del">
        <pc:chgData name="Zhang, Junqing" userId="99a24190-46d3-4d33-b872-aeb3e8d5f254" providerId="ADAL" clId="{561A54CA-1741-40BB-9EF9-7B89AF80BB4A}" dt="2026-09-20T16:08:01.266" v="0" actId="2696"/>
        <pc:sldMkLst>
          <pc:docMk/>
          <pc:sldMk cId="804506912" sldId="305"/>
        </pc:sldMkLst>
      </pc:sldChg>
      <pc:sldChg chg="del">
        <pc:chgData name="Zhang, Junqing" userId="99a24190-46d3-4d33-b872-aeb3e8d5f254" providerId="ADAL" clId="{561A54CA-1741-40BB-9EF9-7B89AF80BB4A}" dt="2026-09-20T16:08:01.266" v="0" actId="2696"/>
        <pc:sldMkLst>
          <pc:docMk/>
          <pc:sldMk cId="1099166530" sldId="31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96" y="589241"/>
            <a:ext cx="6480572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0096" y="1891070"/>
            <a:ext cx="6480572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9400-F31D-466B-868E-3C53CF14F3CB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36DF7-C831-452D-ADC9-805CEE26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6089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9400-F31D-466B-868E-3C53CF14F3CB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36DF7-C831-452D-ADC9-805CEE26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867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552" y="897613"/>
            <a:ext cx="7452658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9552" y="2409468"/>
            <a:ext cx="7452658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9400-F31D-466B-868E-3C53CF14F3CB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36DF7-C831-452D-ADC9-805CEE26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1923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053" y="958453"/>
            <a:ext cx="3672324" cy="2284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4386" y="958453"/>
            <a:ext cx="3672324" cy="2284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9400-F31D-466B-868E-3C53CF14F3CB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36DF7-C831-452D-ADC9-805CEE26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1785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191691"/>
            <a:ext cx="7452658" cy="6959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5178" y="882610"/>
            <a:ext cx="3655447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5178" y="1315164"/>
            <a:ext cx="3655447" cy="19344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386" y="882610"/>
            <a:ext cx="3673450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74386" y="1315164"/>
            <a:ext cx="3673450" cy="19344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9400-F31D-466B-868E-3C53CF14F3CB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36DF7-C831-452D-ADC9-805CEE26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092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9400-F31D-466B-868E-3C53CF14F3CB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36DF7-C831-452D-ADC9-805CEE26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861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9400-F31D-466B-868E-3C53CF14F3CB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36DF7-C831-452D-ADC9-805CEE26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9621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240030"/>
            <a:ext cx="2786871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3450" y="518398"/>
            <a:ext cx="4374386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1080135"/>
            <a:ext cx="2786871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9400-F31D-466B-868E-3C53CF14F3CB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36DF7-C831-452D-ADC9-805CEE26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4225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240030"/>
            <a:ext cx="2786871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73450" y="518398"/>
            <a:ext cx="4374386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1080135"/>
            <a:ext cx="2786871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9400-F31D-466B-868E-3C53CF14F3CB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36DF7-C831-452D-ADC9-805CEE26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179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9400-F31D-466B-868E-3C53CF14F3CB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36DF7-C831-452D-ADC9-805CEE26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035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83546" y="191691"/>
            <a:ext cx="1863165" cy="30512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052" y="191691"/>
            <a:ext cx="5481484" cy="30512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9400-F31D-466B-868E-3C53CF14F3CB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36DF7-C831-452D-ADC9-805CEE26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928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053" y="191691"/>
            <a:ext cx="7452658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053" y="958453"/>
            <a:ext cx="7452658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4052" y="3337084"/>
            <a:ext cx="194417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B9400-F31D-466B-868E-3C53CF14F3CB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2253" y="3337084"/>
            <a:ext cx="2916258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02539" y="3337084"/>
            <a:ext cx="194417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36DF7-C831-452D-ADC9-805CEE26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8470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20">
            <a:extLst>
              <a:ext uri="{FF2B5EF4-FFF2-40B4-BE49-F238E27FC236}">
                <a16:creationId xmlns:a16="http://schemas.microsoft.com/office/drawing/2014/main" id="{FADDCDAC-E591-2858-251C-C682276417A3}"/>
              </a:ext>
            </a:extLst>
          </p:cNvPr>
          <p:cNvSpPr txBox="1"/>
          <p:nvPr/>
        </p:nvSpPr>
        <p:spPr>
          <a:xfrm>
            <a:off x="1970220" y="830729"/>
            <a:ext cx="46111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cs typeface="Times New Roman" panose="02020603050405020304" pitchFamily="18" charset="0"/>
              </a:rPr>
              <a:t>Research Demo</a:t>
            </a:r>
            <a:endParaRPr lang="en-GB" sz="60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885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53255131-b129-4010-86e1-474bfd7e8076}" enabled="0" method="" siteId="{53255131-b129-4010-86e1-474bfd7e807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16541</TotalTime>
  <Words>2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Guo, Yijia</dc:creator>
  <cp:lastModifiedBy>Zhang, Junqing</cp:lastModifiedBy>
  <cp:revision>138</cp:revision>
  <dcterms:created xsi:type="dcterms:W3CDTF">2022-06-20T23:32:59Z</dcterms:created>
  <dcterms:modified xsi:type="dcterms:W3CDTF">2026-09-20T16:14:37Z</dcterms:modified>
</cp:coreProperties>
</file>